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1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embeddedFontLst>
    <p:embeddedFont>
      <p:font typeface="Raleway" pitchFamily="2" charset="0"/>
      <p:regular r:id="rId13"/>
      <p:bold r:id="rId14"/>
      <p:italic r:id="rId15"/>
      <p:boldItalic r:id="rId16"/>
    </p:embeddedFont>
    <p:embeddedFont>
      <p:font typeface="Roboto Mono" panose="00000009000000000000" pitchFamily="49" charset="0"/>
      <p:regular r:id="rId17"/>
      <p:bold r:id="rId18"/>
      <p:italic r:id="rId19"/>
      <p:boldItalic r:id="rId20"/>
    </p:embeddedFont>
    <p:embeddedFont>
      <p:font typeface="VT323" panose="020B0604020202020204" charset="0"/>
      <p:regular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1666" y="65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b069d8cd4a_0_1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b069d8cd4a_0_1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b069d8cd4a_0_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b069d8cd4a_0_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b069d8cd4a_2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b069d8cd4a_2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b069d8cd4a_2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b069d8cd4a_2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b069d8cd4a_2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b069d8cd4a_2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b069d8cd4a_2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b069d8cd4a_2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b069d8cd4a_2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b069d8cd4a_2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b069d8cd4a_2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b069d8cd4a_2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b0935284b2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3b0935284b2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bit.ly/2TtBDfr" TargetMode="External"/><Relationship Id="rId5" Type="http://schemas.openxmlformats.org/officeDocument/2006/relationships/hyperlink" Target="https://bit.ly/3A1uf1Q" TargetMode="External"/><Relationship Id="rId4" Type="http://schemas.openxmlformats.org/officeDocument/2006/relationships/image" Target="../media/image5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84988" y="78599"/>
            <a:ext cx="8974027" cy="4925051"/>
            <a:chOff x="84988" y="78599"/>
            <a:chExt cx="8974027" cy="4925051"/>
          </a:xfrm>
        </p:grpSpPr>
        <p:pic>
          <p:nvPicPr>
            <p:cNvPr id="10" name="Google Shape;10;p2" title="Sin título-7.png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84988" y="78599"/>
              <a:ext cx="8974027" cy="49250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" name="Google Shape;11;p2" title="Sin título-2.png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70400" y="196675"/>
              <a:ext cx="8645002" cy="30814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" name="Google Shape;12;p2"/>
          <p:cNvSpPr>
            <a:spLocks noGrp="1"/>
          </p:cNvSpPr>
          <p:nvPr>
            <p:ph type="pic" idx="2"/>
          </p:nvPr>
        </p:nvSpPr>
        <p:spPr>
          <a:xfrm>
            <a:off x="5805375" y="1317075"/>
            <a:ext cx="2831700" cy="2648100"/>
          </a:xfrm>
          <a:prstGeom prst="rect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606800" y="849600"/>
            <a:ext cx="5060700" cy="246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606800" y="3364900"/>
            <a:ext cx="4351500" cy="11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pic>
        <p:nvPicPr>
          <p:cNvPr id="15" name="Google Shape;15;p2" title="Sin título-2.png"/>
          <p:cNvPicPr preferRelativeResize="0"/>
          <p:nvPr/>
        </p:nvPicPr>
        <p:blipFill rotWithShape="1">
          <a:blip r:embed="rId3">
            <a:alphaModFix/>
          </a:blip>
          <a:srcRect l="61982"/>
          <a:stretch/>
        </p:blipFill>
        <p:spPr>
          <a:xfrm>
            <a:off x="5805376" y="1051575"/>
            <a:ext cx="2831677" cy="2655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oogle Shape;17;p3"/>
          <p:cNvGrpSpPr/>
          <p:nvPr/>
        </p:nvGrpSpPr>
        <p:grpSpPr>
          <a:xfrm>
            <a:off x="84988" y="78599"/>
            <a:ext cx="8974027" cy="4925051"/>
            <a:chOff x="84988" y="78599"/>
            <a:chExt cx="8974027" cy="4925051"/>
          </a:xfrm>
        </p:grpSpPr>
        <p:pic>
          <p:nvPicPr>
            <p:cNvPr id="18" name="Google Shape;18;p3" title="Sin título-7.png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84988" y="78599"/>
              <a:ext cx="8974027" cy="49250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" name="Google Shape;19;p3" title="Sin título-2.png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70400" y="196675"/>
              <a:ext cx="8645002" cy="30814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341850" y="654800"/>
            <a:ext cx="8460300" cy="6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pic>
        <p:nvPicPr>
          <p:cNvPr id="21" name="Google Shape;21;p3" title="Sin título-2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0400" y="196675"/>
            <a:ext cx="8645002" cy="3081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2_1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4" title="Sin título-7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4988" y="78599"/>
            <a:ext cx="8974027" cy="4925051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341850" y="654800"/>
            <a:ext cx="8453400" cy="6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subTitle" idx="1"/>
          </p:nvPr>
        </p:nvSpPr>
        <p:spPr>
          <a:xfrm>
            <a:off x="1107250" y="1796625"/>
            <a:ext cx="2799900" cy="53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2300">
                <a:latin typeface="VT323"/>
                <a:ea typeface="VT323"/>
                <a:cs typeface="VT323"/>
                <a:sym typeface="VT323"/>
              </a:defRPr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ubTitle" idx="2"/>
          </p:nvPr>
        </p:nvSpPr>
        <p:spPr>
          <a:xfrm>
            <a:off x="1107250" y="2442833"/>
            <a:ext cx="2799900" cy="53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2300">
                <a:latin typeface="VT323"/>
                <a:ea typeface="VT323"/>
                <a:cs typeface="VT323"/>
                <a:sym typeface="VT323"/>
              </a:defRPr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subTitle" idx="3"/>
          </p:nvPr>
        </p:nvSpPr>
        <p:spPr>
          <a:xfrm>
            <a:off x="1107250" y="3089042"/>
            <a:ext cx="2799900" cy="53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2300">
                <a:latin typeface="VT323"/>
                <a:ea typeface="VT323"/>
                <a:cs typeface="VT323"/>
                <a:sym typeface="VT323"/>
              </a:defRPr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ubTitle" idx="4"/>
          </p:nvPr>
        </p:nvSpPr>
        <p:spPr>
          <a:xfrm>
            <a:off x="1107250" y="3735250"/>
            <a:ext cx="2799900" cy="53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2300">
                <a:latin typeface="VT323"/>
                <a:ea typeface="VT323"/>
                <a:cs typeface="VT323"/>
                <a:sym typeface="VT323"/>
              </a:defRPr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subTitle" idx="5"/>
          </p:nvPr>
        </p:nvSpPr>
        <p:spPr>
          <a:xfrm>
            <a:off x="4851600" y="1796625"/>
            <a:ext cx="2799900" cy="53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2300">
                <a:latin typeface="VT323"/>
                <a:ea typeface="VT323"/>
                <a:cs typeface="VT323"/>
                <a:sym typeface="VT323"/>
              </a:defRPr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ubTitle" idx="6"/>
          </p:nvPr>
        </p:nvSpPr>
        <p:spPr>
          <a:xfrm>
            <a:off x="4851600" y="2442831"/>
            <a:ext cx="2799900" cy="53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2300">
                <a:latin typeface="VT323"/>
                <a:ea typeface="VT323"/>
                <a:cs typeface="VT323"/>
                <a:sym typeface="VT323"/>
              </a:defRPr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subTitle" idx="7"/>
          </p:nvPr>
        </p:nvSpPr>
        <p:spPr>
          <a:xfrm>
            <a:off x="4851600" y="3089037"/>
            <a:ext cx="2799900" cy="53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2300">
                <a:latin typeface="VT323"/>
                <a:ea typeface="VT323"/>
                <a:cs typeface="VT323"/>
                <a:sym typeface="VT323"/>
              </a:defRPr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subTitle" idx="8"/>
          </p:nvPr>
        </p:nvSpPr>
        <p:spPr>
          <a:xfrm>
            <a:off x="4851600" y="3735244"/>
            <a:ext cx="2799900" cy="53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2300">
                <a:latin typeface="VT323"/>
                <a:ea typeface="VT323"/>
                <a:cs typeface="VT323"/>
                <a:sym typeface="VT323"/>
              </a:defRPr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title" idx="9"/>
          </p:nvPr>
        </p:nvSpPr>
        <p:spPr>
          <a:xfrm>
            <a:off x="341850" y="3849550"/>
            <a:ext cx="765300" cy="3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7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title" idx="13"/>
          </p:nvPr>
        </p:nvSpPr>
        <p:spPr>
          <a:xfrm>
            <a:off x="341850" y="2560850"/>
            <a:ext cx="765300" cy="3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7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35" name="Google Shape;35;p4"/>
          <p:cNvSpPr txBox="1">
            <a:spLocks noGrp="1"/>
          </p:cNvSpPr>
          <p:nvPr>
            <p:ph type="title" idx="14"/>
          </p:nvPr>
        </p:nvSpPr>
        <p:spPr>
          <a:xfrm>
            <a:off x="342582" y="1916800"/>
            <a:ext cx="764100" cy="31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7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endParaRPr/>
          </a:p>
        </p:txBody>
      </p:sp>
      <p:sp>
        <p:nvSpPr>
          <p:cNvPr id="36" name="Google Shape;36;p4"/>
          <p:cNvSpPr txBox="1">
            <a:spLocks noGrp="1"/>
          </p:cNvSpPr>
          <p:nvPr>
            <p:ph type="title" idx="15"/>
          </p:nvPr>
        </p:nvSpPr>
        <p:spPr>
          <a:xfrm>
            <a:off x="341850" y="3205200"/>
            <a:ext cx="765300" cy="3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7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endParaRPr/>
          </a:p>
        </p:txBody>
      </p:sp>
      <p:sp>
        <p:nvSpPr>
          <p:cNvPr id="37" name="Google Shape;37;p4"/>
          <p:cNvSpPr txBox="1">
            <a:spLocks noGrp="1"/>
          </p:cNvSpPr>
          <p:nvPr>
            <p:ph type="title" idx="16"/>
          </p:nvPr>
        </p:nvSpPr>
        <p:spPr>
          <a:xfrm>
            <a:off x="3985789" y="2561048"/>
            <a:ext cx="865800" cy="3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7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38" name="Google Shape;38;p4"/>
          <p:cNvSpPr txBox="1">
            <a:spLocks noGrp="1"/>
          </p:cNvSpPr>
          <p:nvPr>
            <p:ph type="title" idx="17"/>
          </p:nvPr>
        </p:nvSpPr>
        <p:spPr>
          <a:xfrm>
            <a:off x="3985787" y="3205296"/>
            <a:ext cx="865800" cy="3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7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39" name="Google Shape;39;p4"/>
          <p:cNvSpPr txBox="1">
            <a:spLocks noGrp="1"/>
          </p:cNvSpPr>
          <p:nvPr>
            <p:ph type="title" idx="18"/>
          </p:nvPr>
        </p:nvSpPr>
        <p:spPr>
          <a:xfrm>
            <a:off x="3985789" y="3849544"/>
            <a:ext cx="865800" cy="3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7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40" name="Google Shape;40;p4"/>
          <p:cNvSpPr txBox="1">
            <a:spLocks noGrp="1"/>
          </p:cNvSpPr>
          <p:nvPr>
            <p:ph type="title" idx="19"/>
          </p:nvPr>
        </p:nvSpPr>
        <p:spPr>
          <a:xfrm>
            <a:off x="3985789" y="1916800"/>
            <a:ext cx="865800" cy="3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7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endParaRPr/>
          </a:p>
        </p:txBody>
      </p:sp>
      <p:pic>
        <p:nvPicPr>
          <p:cNvPr id="41" name="Google Shape;41;p4" title="Sin título-2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0400" y="196675"/>
            <a:ext cx="8645002" cy="3081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ONE_COLUMN_TEXT_1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oogle Shape;43;p5" title="Sin título-7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4988" y="78599"/>
            <a:ext cx="8974027" cy="4925051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>
            <a:spLocks noGrp="1"/>
          </p:cNvSpPr>
          <p:nvPr>
            <p:ph type="title"/>
          </p:nvPr>
        </p:nvSpPr>
        <p:spPr>
          <a:xfrm>
            <a:off x="3789425" y="795800"/>
            <a:ext cx="4547700" cy="125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5"/>
          <p:cNvSpPr txBox="1">
            <a:spLocks noGrp="1"/>
          </p:cNvSpPr>
          <p:nvPr>
            <p:ph type="body" idx="1"/>
          </p:nvPr>
        </p:nvSpPr>
        <p:spPr>
          <a:xfrm>
            <a:off x="3789425" y="2229300"/>
            <a:ext cx="4940100" cy="253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6" name="Google Shape;46;p5"/>
          <p:cNvSpPr>
            <a:spLocks noGrp="1"/>
          </p:cNvSpPr>
          <p:nvPr>
            <p:ph type="pic" idx="2"/>
          </p:nvPr>
        </p:nvSpPr>
        <p:spPr>
          <a:xfrm>
            <a:off x="522525" y="1195150"/>
            <a:ext cx="2947200" cy="33414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sp>
      <p:pic>
        <p:nvPicPr>
          <p:cNvPr id="47" name="Google Shape;47;p5" title="Sin título-2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0400" y="196675"/>
            <a:ext cx="8645002" cy="3081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6"/>
          <p:cNvGrpSpPr/>
          <p:nvPr/>
        </p:nvGrpSpPr>
        <p:grpSpPr>
          <a:xfrm>
            <a:off x="84988" y="78599"/>
            <a:ext cx="8974027" cy="4925051"/>
            <a:chOff x="84988" y="78599"/>
            <a:chExt cx="8974027" cy="4925051"/>
          </a:xfrm>
        </p:grpSpPr>
        <p:pic>
          <p:nvPicPr>
            <p:cNvPr id="50" name="Google Shape;50;p6" title="Sin título-7.png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84988" y="78599"/>
              <a:ext cx="8974027" cy="49250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" name="Google Shape;51;p6" title="Sin título-2.png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70400" y="196675"/>
              <a:ext cx="8645002" cy="308147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52" name="Google Shape;52;p6" title="Sin título-5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233000" y="3371475"/>
            <a:ext cx="5515599" cy="1351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3" name="Google Shape;53;p6" title="Sin título-4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55462" y="817950"/>
            <a:ext cx="5399452" cy="3024425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>
            <a:spLocks noGrp="1"/>
          </p:cNvSpPr>
          <p:nvPr>
            <p:ph type="title"/>
          </p:nvPr>
        </p:nvSpPr>
        <p:spPr>
          <a:xfrm>
            <a:off x="1860500" y="1532500"/>
            <a:ext cx="3459000" cy="152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55" name="Google Shape;55;p6"/>
          <p:cNvSpPr txBox="1">
            <a:spLocks noGrp="1"/>
          </p:cNvSpPr>
          <p:nvPr>
            <p:ph type="title" idx="2"/>
          </p:nvPr>
        </p:nvSpPr>
        <p:spPr>
          <a:xfrm>
            <a:off x="779673" y="1910725"/>
            <a:ext cx="778200" cy="7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50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56" name="Google Shape;56;p6"/>
          <p:cNvSpPr txBox="1">
            <a:spLocks noGrp="1"/>
          </p:cNvSpPr>
          <p:nvPr>
            <p:ph type="subTitle" idx="1"/>
          </p:nvPr>
        </p:nvSpPr>
        <p:spPr>
          <a:xfrm>
            <a:off x="3465325" y="3918575"/>
            <a:ext cx="5174400" cy="6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6"/>
          <p:cNvSpPr>
            <a:spLocks noGrp="1"/>
          </p:cNvSpPr>
          <p:nvPr>
            <p:ph type="pic" idx="3"/>
          </p:nvPr>
        </p:nvSpPr>
        <p:spPr>
          <a:xfrm flipH="1">
            <a:off x="6386650" y="947025"/>
            <a:ext cx="2107500" cy="2067600"/>
          </a:xfrm>
          <a:prstGeom prst="rect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7" title="Sin título-7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4988" y="78599"/>
            <a:ext cx="8974027" cy="4925051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7"/>
          <p:cNvSpPr txBox="1">
            <a:spLocks noGrp="1"/>
          </p:cNvSpPr>
          <p:nvPr>
            <p:ph type="title"/>
          </p:nvPr>
        </p:nvSpPr>
        <p:spPr>
          <a:xfrm>
            <a:off x="679225" y="794675"/>
            <a:ext cx="78666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7"/>
          <p:cNvSpPr txBox="1">
            <a:spLocks noGrp="1"/>
          </p:cNvSpPr>
          <p:nvPr>
            <p:ph type="subTitle" idx="1"/>
          </p:nvPr>
        </p:nvSpPr>
        <p:spPr>
          <a:xfrm>
            <a:off x="1522850" y="1816950"/>
            <a:ext cx="6918600" cy="25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62" name="Google Shape;62;p7" title="Sin título-2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0400" y="196675"/>
            <a:ext cx="8645002" cy="3081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 title="Sin título-7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4988" y="78599"/>
            <a:ext cx="8974027" cy="4925051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8"/>
          <p:cNvSpPr txBox="1">
            <a:spLocks noGrp="1"/>
          </p:cNvSpPr>
          <p:nvPr>
            <p:ph type="subTitle" idx="1"/>
          </p:nvPr>
        </p:nvSpPr>
        <p:spPr>
          <a:xfrm>
            <a:off x="3540003" y="1330738"/>
            <a:ext cx="39414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300">
                <a:latin typeface="VT323"/>
                <a:ea typeface="VT323"/>
                <a:cs typeface="VT323"/>
                <a:sym typeface="VT323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66" name="Google Shape;66;p8"/>
          <p:cNvSpPr txBox="1">
            <a:spLocks noGrp="1"/>
          </p:cNvSpPr>
          <p:nvPr>
            <p:ph type="subTitle" idx="2"/>
          </p:nvPr>
        </p:nvSpPr>
        <p:spPr>
          <a:xfrm>
            <a:off x="3540003" y="3067776"/>
            <a:ext cx="39414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300">
                <a:latin typeface="VT323"/>
                <a:ea typeface="VT323"/>
                <a:cs typeface="VT323"/>
                <a:sym typeface="VT323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67" name="Google Shape;67;p8"/>
          <p:cNvSpPr txBox="1">
            <a:spLocks noGrp="1"/>
          </p:cNvSpPr>
          <p:nvPr>
            <p:ph type="subTitle" idx="3"/>
          </p:nvPr>
        </p:nvSpPr>
        <p:spPr>
          <a:xfrm>
            <a:off x="3540003" y="1827236"/>
            <a:ext cx="3941400" cy="11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8"/>
          <p:cNvSpPr txBox="1">
            <a:spLocks noGrp="1"/>
          </p:cNvSpPr>
          <p:nvPr>
            <p:ph type="subTitle" idx="4"/>
          </p:nvPr>
        </p:nvSpPr>
        <p:spPr>
          <a:xfrm>
            <a:off x="3540003" y="3564275"/>
            <a:ext cx="3941400" cy="11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"/>
          <p:cNvSpPr txBox="1">
            <a:spLocks noGrp="1"/>
          </p:cNvSpPr>
          <p:nvPr>
            <p:ph type="title"/>
          </p:nvPr>
        </p:nvSpPr>
        <p:spPr>
          <a:xfrm>
            <a:off x="341850" y="654800"/>
            <a:ext cx="8573700" cy="6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pic>
        <p:nvPicPr>
          <p:cNvPr id="70" name="Google Shape;70;p8" title="Sin título-2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0400" y="196675"/>
            <a:ext cx="8645002" cy="3081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BLANK_1_1_1_2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 title="Sin título-7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4988" y="78599"/>
            <a:ext cx="8974027" cy="4925051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>
            <a:spLocks noGrp="1"/>
          </p:cNvSpPr>
          <p:nvPr>
            <p:ph type="subTitle" idx="1"/>
          </p:nvPr>
        </p:nvSpPr>
        <p:spPr>
          <a:xfrm>
            <a:off x="3145041" y="2118945"/>
            <a:ext cx="2599200" cy="20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9"/>
          <p:cNvSpPr txBox="1">
            <a:spLocks noGrp="1"/>
          </p:cNvSpPr>
          <p:nvPr>
            <p:ph type="subTitle" idx="2"/>
          </p:nvPr>
        </p:nvSpPr>
        <p:spPr>
          <a:xfrm>
            <a:off x="341850" y="2118945"/>
            <a:ext cx="2599200" cy="20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9"/>
          <p:cNvSpPr txBox="1">
            <a:spLocks noGrp="1"/>
          </p:cNvSpPr>
          <p:nvPr>
            <p:ph type="subTitle" idx="3"/>
          </p:nvPr>
        </p:nvSpPr>
        <p:spPr>
          <a:xfrm>
            <a:off x="5948257" y="2118945"/>
            <a:ext cx="2599200" cy="20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9"/>
          <p:cNvSpPr txBox="1">
            <a:spLocks noGrp="1"/>
          </p:cNvSpPr>
          <p:nvPr>
            <p:ph type="title"/>
          </p:nvPr>
        </p:nvSpPr>
        <p:spPr>
          <a:xfrm>
            <a:off x="3144432" y="1706300"/>
            <a:ext cx="698700" cy="3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3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77" name="Google Shape;77;p9"/>
          <p:cNvSpPr txBox="1">
            <a:spLocks noGrp="1"/>
          </p:cNvSpPr>
          <p:nvPr>
            <p:ph type="title" idx="4"/>
          </p:nvPr>
        </p:nvSpPr>
        <p:spPr>
          <a:xfrm>
            <a:off x="341854" y="1706450"/>
            <a:ext cx="697500" cy="31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3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endParaRPr/>
          </a:p>
        </p:txBody>
      </p:sp>
      <p:sp>
        <p:nvSpPr>
          <p:cNvPr id="78" name="Google Shape;78;p9"/>
          <p:cNvSpPr txBox="1">
            <a:spLocks noGrp="1"/>
          </p:cNvSpPr>
          <p:nvPr>
            <p:ph type="title" idx="5"/>
          </p:nvPr>
        </p:nvSpPr>
        <p:spPr>
          <a:xfrm>
            <a:off x="5948295" y="1706300"/>
            <a:ext cx="698700" cy="3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3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endParaRPr/>
          </a:p>
        </p:txBody>
      </p:sp>
      <p:sp>
        <p:nvSpPr>
          <p:cNvPr id="79" name="Google Shape;79;p9"/>
          <p:cNvSpPr txBox="1">
            <a:spLocks noGrp="1"/>
          </p:cNvSpPr>
          <p:nvPr>
            <p:ph type="title" idx="6"/>
          </p:nvPr>
        </p:nvSpPr>
        <p:spPr>
          <a:xfrm>
            <a:off x="341850" y="654800"/>
            <a:ext cx="8249700" cy="6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pic>
        <p:nvPicPr>
          <p:cNvPr id="80" name="Google Shape;80;p9" title="Sin título-2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0400" y="196675"/>
            <a:ext cx="8645002" cy="3081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BLANK_1_1_1_1_1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10" title="Sin título-7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4988" y="78599"/>
            <a:ext cx="8974027" cy="4925051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0"/>
          <p:cNvSpPr txBox="1">
            <a:spLocks noGrp="1"/>
          </p:cNvSpPr>
          <p:nvPr>
            <p:ph type="subTitle" idx="1"/>
          </p:nvPr>
        </p:nvSpPr>
        <p:spPr>
          <a:xfrm>
            <a:off x="330950" y="1987918"/>
            <a:ext cx="2579400" cy="62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0"/>
          <p:cNvSpPr txBox="1">
            <a:spLocks noGrp="1"/>
          </p:cNvSpPr>
          <p:nvPr>
            <p:ph type="subTitle" idx="2"/>
          </p:nvPr>
        </p:nvSpPr>
        <p:spPr>
          <a:xfrm>
            <a:off x="3225884" y="1987918"/>
            <a:ext cx="2579400" cy="62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0"/>
          <p:cNvSpPr txBox="1">
            <a:spLocks noGrp="1"/>
          </p:cNvSpPr>
          <p:nvPr>
            <p:ph type="subTitle" idx="3"/>
          </p:nvPr>
        </p:nvSpPr>
        <p:spPr>
          <a:xfrm>
            <a:off x="330950" y="3392225"/>
            <a:ext cx="2579400" cy="62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0"/>
          <p:cNvSpPr txBox="1">
            <a:spLocks noGrp="1"/>
          </p:cNvSpPr>
          <p:nvPr>
            <p:ph type="subTitle" idx="4"/>
          </p:nvPr>
        </p:nvSpPr>
        <p:spPr>
          <a:xfrm>
            <a:off x="3225884" y="3392225"/>
            <a:ext cx="2579400" cy="62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0"/>
          <p:cNvSpPr txBox="1">
            <a:spLocks noGrp="1"/>
          </p:cNvSpPr>
          <p:nvPr>
            <p:ph type="subTitle" idx="5"/>
          </p:nvPr>
        </p:nvSpPr>
        <p:spPr>
          <a:xfrm>
            <a:off x="6120825" y="1987918"/>
            <a:ext cx="2579400" cy="62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0"/>
          <p:cNvSpPr txBox="1">
            <a:spLocks noGrp="1"/>
          </p:cNvSpPr>
          <p:nvPr>
            <p:ph type="subTitle" idx="6"/>
          </p:nvPr>
        </p:nvSpPr>
        <p:spPr>
          <a:xfrm>
            <a:off x="6120825" y="3392225"/>
            <a:ext cx="2579400" cy="62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0"/>
          <p:cNvSpPr txBox="1">
            <a:spLocks noGrp="1"/>
          </p:cNvSpPr>
          <p:nvPr>
            <p:ph type="title"/>
          </p:nvPr>
        </p:nvSpPr>
        <p:spPr>
          <a:xfrm>
            <a:off x="341850" y="654800"/>
            <a:ext cx="7704000" cy="6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0"/>
          <p:cNvSpPr txBox="1">
            <a:spLocks noGrp="1"/>
          </p:cNvSpPr>
          <p:nvPr>
            <p:ph type="title" idx="7"/>
          </p:nvPr>
        </p:nvSpPr>
        <p:spPr>
          <a:xfrm>
            <a:off x="6132612" y="3071476"/>
            <a:ext cx="2574600" cy="3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91" name="Google Shape;91;p10"/>
          <p:cNvSpPr txBox="1">
            <a:spLocks noGrp="1"/>
          </p:cNvSpPr>
          <p:nvPr>
            <p:ph type="title" idx="8"/>
          </p:nvPr>
        </p:nvSpPr>
        <p:spPr>
          <a:xfrm>
            <a:off x="6132612" y="1677125"/>
            <a:ext cx="2574600" cy="3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92" name="Google Shape;92;p10"/>
          <p:cNvSpPr txBox="1">
            <a:spLocks noGrp="1"/>
          </p:cNvSpPr>
          <p:nvPr>
            <p:ph type="title" idx="9"/>
          </p:nvPr>
        </p:nvSpPr>
        <p:spPr>
          <a:xfrm>
            <a:off x="3239948" y="1677425"/>
            <a:ext cx="2574600" cy="31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endParaRPr/>
          </a:p>
        </p:txBody>
      </p:sp>
      <p:sp>
        <p:nvSpPr>
          <p:cNvPr id="93" name="Google Shape;93;p10"/>
          <p:cNvSpPr txBox="1">
            <a:spLocks noGrp="1"/>
          </p:cNvSpPr>
          <p:nvPr>
            <p:ph type="title" idx="13"/>
          </p:nvPr>
        </p:nvSpPr>
        <p:spPr>
          <a:xfrm>
            <a:off x="3237714" y="3071476"/>
            <a:ext cx="2579400" cy="3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endParaRPr/>
          </a:p>
        </p:txBody>
      </p:sp>
      <p:sp>
        <p:nvSpPr>
          <p:cNvPr id="94" name="Google Shape;94;p10"/>
          <p:cNvSpPr txBox="1">
            <a:spLocks noGrp="1"/>
          </p:cNvSpPr>
          <p:nvPr>
            <p:ph type="title" idx="14"/>
          </p:nvPr>
        </p:nvSpPr>
        <p:spPr>
          <a:xfrm>
            <a:off x="342736" y="1677125"/>
            <a:ext cx="2579400" cy="3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95" name="Google Shape;95;p10"/>
          <p:cNvSpPr txBox="1">
            <a:spLocks noGrp="1"/>
          </p:cNvSpPr>
          <p:nvPr>
            <p:ph type="title" idx="15"/>
          </p:nvPr>
        </p:nvSpPr>
        <p:spPr>
          <a:xfrm>
            <a:off x="342736" y="3071476"/>
            <a:ext cx="2579400" cy="3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endParaRPr/>
          </a:p>
        </p:txBody>
      </p:sp>
      <p:pic>
        <p:nvPicPr>
          <p:cNvPr id="96" name="Google Shape;96;p10" title="Sin título-2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0400" y="196675"/>
            <a:ext cx="8645002" cy="3081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1" title="Sin título-7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4988" y="78599"/>
            <a:ext cx="8974027" cy="492505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1"/>
          <p:cNvSpPr>
            <a:spLocks noGrp="1"/>
          </p:cNvSpPr>
          <p:nvPr>
            <p:ph type="pic" idx="2"/>
          </p:nvPr>
        </p:nvSpPr>
        <p:spPr>
          <a:xfrm>
            <a:off x="191450" y="686275"/>
            <a:ext cx="8758200" cy="4130100"/>
          </a:xfrm>
          <a:prstGeom prst="rect">
            <a:avLst/>
          </a:prstGeom>
          <a:noFill/>
          <a:ln>
            <a:noFill/>
          </a:ln>
        </p:spPr>
      </p:sp>
      <p:sp>
        <p:nvSpPr>
          <p:cNvPr id="100" name="Google Shape;100;p11"/>
          <p:cNvSpPr txBox="1">
            <a:spLocks noGrp="1"/>
          </p:cNvSpPr>
          <p:nvPr>
            <p:ph type="title"/>
          </p:nvPr>
        </p:nvSpPr>
        <p:spPr>
          <a:xfrm>
            <a:off x="6584125" y="3792925"/>
            <a:ext cx="2004000" cy="694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1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pic>
        <p:nvPicPr>
          <p:cNvPr id="101" name="Google Shape;101;p11" title="Sin título-2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0400" y="196675"/>
            <a:ext cx="8645002" cy="3081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12" title="Sin título-7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4988" y="78599"/>
            <a:ext cx="8974027" cy="4925051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2"/>
          <p:cNvSpPr txBox="1">
            <a:spLocks noGrp="1"/>
          </p:cNvSpPr>
          <p:nvPr>
            <p:ph type="title"/>
          </p:nvPr>
        </p:nvSpPr>
        <p:spPr>
          <a:xfrm>
            <a:off x="341850" y="689750"/>
            <a:ext cx="8460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pic>
        <p:nvPicPr>
          <p:cNvPr id="105" name="Google Shape;105;p12" title="Sin título-2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0400" y="196675"/>
            <a:ext cx="8645002" cy="3081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BLANK_1_1_1_1_1_1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oogle Shape;107;p13"/>
          <p:cNvGrpSpPr/>
          <p:nvPr/>
        </p:nvGrpSpPr>
        <p:grpSpPr>
          <a:xfrm>
            <a:off x="84988" y="78599"/>
            <a:ext cx="8974027" cy="4925051"/>
            <a:chOff x="84988" y="78599"/>
            <a:chExt cx="8974027" cy="4925051"/>
          </a:xfrm>
        </p:grpSpPr>
        <p:pic>
          <p:nvPicPr>
            <p:cNvPr id="108" name="Google Shape;108;p13" title="Sin título-7.png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84988" y="78599"/>
              <a:ext cx="8974027" cy="49250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9" name="Google Shape;109;p13" title="Sin título-2.png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70400" y="196675"/>
              <a:ext cx="8645002" cy="30814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0" name="Google Shape;110;p13"/>
          <p:cNvSpPr txBox="1">
            <a:spLocks noGrp="1"/>
          </p:cNvSpPr>
          <p:nvPr>
            <p:ph type="title"/>
          </p:nvPr>
        </p:nvSpPr>
        <p:spPr>
          <a:xfrm>
            <a:off x="792825" y="974863"/>
            <a:ext cx="3876600" cy="75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45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endParaRPr/>
          </a:p>
        </p:txBody>
      </p:sp>
      <p:sp>
        <p:nvSpPr>
          <p:cNvPr id="111" name="Google Shape;111;p13"/>
          <p:cNvSpPr txBox="1">
            <a:spLocks noGrp="1"/>
          </p:cNvSpPr>
          <p:nvPr>
            <p:ph type="subTitle" idx="1"/>
          </p:nvPr>
        </p:nvSpPr>
        <p:spPr>
          <a:xfrm>
            <a:off x="792825" y="1629188"/>
            <a:ext cx="3876600" cy="4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13"/>
          <p:cNvSpPr txBox="1">
            <a:spLocks noGrp="1"/>
          </p:cNvSpPr>
          <p:nvPr>
            <p:ph type="title" idx="2"/>
          </p:nvPr>
        </p:nvSpPr>
        <p:spPr>
          <a:xfrm>
            <a:off x="4298725" y="2743425"/>
            <a:ext cx="3929100" cy="75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45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endParaRPr/>
          </a:p>
        </p:txBody>
      </p:sp>
      <p:sp>
        <p:nvSpPr>
          <p:cNvPr id="113" name="Google Shape;113;p13"/>
          <p:cNvSpPr txBox="1">
            <a:spLocks noGrp="1"/>
          </p:cNvSpPr>
          <p:nvPr>
            <p:ph type="subTitle" idx="3"/>
          </p:nvPr>
        </p:nvSpPr>
        <p:spPr>
          <a:xfrm>
            <a:off x="4298725" y="3498224"/>
            <a:ext cx="3929100" cy="4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" name="Google Shape;115;p14"/>
          <p:cNvGrpSpPr/>
          <p:nvPr/>
        </p:nvGrpSpPr>
        <p:grpSpPr>
          <a:xfrm>
            <a:off x="84988" y="78599"/>
            <a:ext cx="8974027" cy="4925051"/>
            <a:chOff x="84988" y="78599"/>
            <a:chExt cx="8974027" cy="4925051"/>
          </a:xfrm>
        </p:grpSpPr>
        <p:pic>
          <p:nvPicPr>
            <p:cNvPr id="116" name="Google Shape;116;p14" title="Sin título-7.png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84988" y="78599"/>
              <a:ext cx="8974027" cy="49250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7" name="Google Shape;117;p14" title="Sin título-2.png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70400" y="196675"/>
              <a:ext cx="8645002" cy="30814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8" name="Google Shape;118;p14"/>
          <p:cNvSpPr txBox="1">
            <a:spLocks noGrp="1"/>
          </p:cNvSpPr>
          <p:nvPr>
            <p:ph type="title"/>
          </p:nvPr>
        </p:nvSpPr>
        <p:spPr>
          <a:xfrm>
            <a:off x="669775" y="1143000"/>
            <a:ext cx="3852300" cy="5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  <p:sp>
        <p:nvSpPr>
          <p:cNvPr id="119" name="Google Shape;119;p14"/>
          <p:cNvSpPr txBox="1">
            <a:spLocks noGrp="1"/>
          </p:cNvSpPr>
          <p:nvPr>
            <p:ph type="subTitle" idx="1"/>
          </p:nvPr>
        </p:nvSpPr>
        <p:spPr>
          <a:xfrm>
            <a:off x="669775" y="1850750"/>
            <a:ext cx="3683400" cy="97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20" name="Google Shape;120;p14" title="Sin título-9.png"/>
          <p:cNvPicPr preferRelativeResize="0"/>
          <p:nvPr/>
        </p:nvPicPr>
        <p:blipFill rotWithShape="1">
          <a:blip r:embed="rId4">
            <a:alphaModFix/>
          </a:blip>
          <a:srcRect l="19762" t="14675" r="19445" b="47106"/>
          <a:stretch/>
        </p:blipFill>
        <p:spPr>
          <a:xfrm>
            <a:off x="4549250" y="1778300"/>
            <a:ext cx="3953100" cy="2485174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4"/>
          <p:cNvSpPr txBox="1"/>
          <p:nvPr/>
        </p:nvSpPr>
        <p:spPr>
          <a:xfrm>
            <a:off x="4865450" y="2464525"/>
            <a:ext cx="3320700" cy="5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tr" sz="1000" b="1" i="0" u="none" strike="noStrike" cap="non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CREDITS:</a:t>
            </a:r>
            <a:r>
              <a:rPr lang="tr" sz="1000" b="0" i="0" u="none" strike="noStrike" cap="non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This presentation template was created by </a:t>
            </a:r>
            <a:r>
              <a:rPr lang="tr" sz="1000" b="1" i="0" u="none" strike="noStrike" cap="none">
                <a:solidFill>
                  <a:schemeClr val="hlink"/>
                </a:solidFill>
                <a:uFill>
                  <a:noFill/>
                </a:uFill>
                <a:latin typeface="Roboto Mono"/>
                <a:ea typeface="Roboto Mono"/>
                <a:cs typeface="Roboto Mono"/>
                <a:sym typeface="Roboto Mono"/>
                <a:hlinkClick r:id="rId5"/>
              </a:rPr>
              <a:t>Slidesgo</a:t>
            </a:r>
            <a:r>
              <a:rPr lang="tr" sz="1000" b="0" i="0" u="none" strike="noStrike" cap="non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, and includes icons, infographics &amp; images by </a:t>
            </a:r>
            <a:r>
              <a:rPr lang="tr" sz="1000" b="1" i="0" u="none" strike="noStrike" cap="none">
                <a:solidFill>
                  <a:schemeClr val="hlink"/>
                </a:solidFill>
                <a:uFill>
                  <a:noFill/>
                </a:uFill>
                <a:latin typeface="Roboto Mono"/>
                <a:ea typeface="Roboto Mono"/>
                <a:cs typeface="Roboto Mono"/>
                <a:sym typeface="Roboto Mono"/>
                <a:hlinkClick r:id="rId6"/>
              </a:rPr>
              <a:t>Freepik</a:t>
            </a:r>
            <a:r>
              <a:rPr lang="tr" sz="1000" b="0" i="0" u="none" strike="noStrike" cap="non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endParaRPr sz="1000" b="1" i="0" u="sng" strike="noStrike" cap="non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3" name="Google Shape;123;p15"/>
          <p:cNvGrpSpPr/>
          <p:nvPr/>
        </p:nvGrpSpPr>
        <p:grpSpPr>
          <a:xfrm>
            <a:off x="84988" y="78599"/>
            <a:ext cx="8974027" cy="4925051"/>
            <a:chOff x="84988" y="78599"/>
            <a:chExt cx="8974027" cy="4925051"/>
          </a:xfrm>
        </p:grpSpPr>
        <p:pic>
          <p:nvPicPr>
            <p:cNvPr id="124" name="Google Shape;124;p15" title="Sin título-7.png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84988" y="78599"/>
              <a:ext cx="8974027" cy="49250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5" name="Google Shape;125;p15" title="Sin título-2.png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70400" y="196675"/>
              <a:ext cx="8645002" cy="30814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6" name="Google Shape;126;p1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127" name="Google Shape;127;p15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Darker Grotesque SemiBold"/>
              <a:buChar char="●"/>
              <a:defRPr sz="1200">
                <a:solidFill>
                  <a:srgbClr val="434343"/>
                </a:solidFill>
              </a:defRPr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○"/>
              <a:defRPr>
                <a:solidFill>
                  <a:srgbClr val="434343"/>
                </a:solidFill>
              </a:defRPr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■"/>
              <a:defRPr>
                <a:solidFill>
                  <a:srgbClr val="434343"/>
                </a:solidFill>
              </a:defRPr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●"/>
              <a:defRPr>
                <a:solidFill>
                  <a:srgbClr val="434343"/>
                </a:solidFill>
              </a:defRPr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○"/>
              <a:defRPr>
                <a:solidFill>
                  <a:srgbClr val="434343"/>
                </a:solidFill>
              </a:defRPr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■"/>
              <a:defRPr>
                <a:solidFill>
                  <a:srgbClr val="434343"/>
                </a:solidFill>
              </a:defRPr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●"/>
              <a:defRPr>
                <a:solidFill>
                  <a:srgbClr val="434343"/>
                </a:solidFill>
              </a:defRPr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○"/>
              <a:defRPr>
                <a:solidFill>
                  <a:srgbClr val="434343"/>
                </a:solidFill>
              </a:defRPr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■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9" name="Google Shape;129;p16"/>
          <p:cNvGrpSpPr/>
          <p:nvPr/>
        </p:nvGrpSpPr>
        <p:grpSpPr>
          <a:xfrm>
            <a:off x="84988" y="78599"/>
            <a:ext cx="8974027" cy="4925051"/>
            <a:chOff x="84988" y="78599"/>
            <a:chExt cx="8974027" cy="4925051"/>
          </a:xfrm>
        </p:grpSpPr>
        <p:pic>
          <p:nvPicPr>
            <p:cNvPr id="130" name="Google Shape;130;p16" title="Sin título-7.png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84988" y="78599"/>
              <a:ext cx="8974027" cy="49250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1" name="Google Shape;131;p16" title="Sin título-2.png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70400" y="196675"/>
              <a:ext cx="8645002" cy="30814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2" name="Google Shape;132;p16"/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3998400" cy="144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16"/>
          <p:cNvSpPr txBox="1">
            <a:spLocks noGrp="1"/>
          </p:cNvSpPr>
          <p:nvPr>
            <p:ph type="body" idx="1"/>
          </p:nvPr>
        </p:nvSpPr>
        <p:spPr>
          <a:xfrm>
            <a:off x="1609625" y="2066125"/>
            <a:ext cx="3824100" cy="253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34" name="Google Shape;134;p16"/>
          <p:cNvSpPr>
            <a:spLocks noGrp="1"/>
          </p:cNvSpPr>
          <p:nvPr>
            <p:ph type="pic" idx="2"/>
          </p:nvPr>
        </p:nvSpPr>
        <p:spPr>
          <a:xfrm>
            <a:off x="5715849" y="0"/>
            <a:ext cx="34281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7"/>
          <p:cNvGrpSpPr/>
          <p:nvPr/>
        </p:nvGrpSpPr>
        <p:grpSpPr>
          <a:xfrm>
            <a:off x="84988" y="78599"/>
            <a:ext cx="8974027" cy="4925051"/>
            <a:chOff x="84988" y="78599"/>
            <a:chExt cx="8974027" cy="4925051"/>
          </a:xfrm>
        </p:grpSpPr>
        <p:pic>
          <p:nvPicPr>
            <p:cNvPr id="137" name="Google Shape;137;p17" title="Sin título-7.png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84988" y="78599"/>
              <a:ext cx="8974027" cy="49250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8" name="Google Shape;138;p17" title="Sin título-2.png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70400" y="196675"/>
              <a:ext cx="8645002" cy="30814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9" name="Google Shape;139;p17"/>
          <p:cNvSpPr txBox="1">
            <a:spLocks noGrp="1"/>
          </p:cNvSpPr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" name="Google Shape;141;p18"/>
          <p:cNvGrpSpPr/>
          <p:nvPr/>
        </p:nvGrpSpPr>
        <p:grpSpPr>
          <a:xfrm>
            <a:off x="84988" y="78599"/>
            <a:ext cx="8974027" cy="4925051"/>
            <a:chOff x="84988" y="78599"/>
            <a:chExt cx="8974027" cy="4925051"/>
          </a:xfrm>
        </p:grpSpPr>
        <p:pic>
          <p:nvPicPr>
            <p:cNvPr id="142" name="Google Shape;142;p18" title="Sin título-7.png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84988" y="78599"/>
              <a:ext cx="8974027" cy="49250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3" name="Google Shape;143;p18" title="Sin título-2.png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70400" y="196675"/>
              <a:ext cx="8645002" cy="30814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4" name="Google Shape;144;p18"/>
          <p:cNvSpPr txBox="1">
            <a:spLocks noGrp="1"/>
          </p:cNvSpPr>
          <p:nvPr>
            <p:ph type="subTitle" idx="1"/>
          </p:nvPr>
        </p:nvSpPr>
        <p:spPr>
          <a:xfrm>
            <a:off x="720064" y="1580125"/>
            <a:ext cx="3597000" cy="23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1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18"/>
          <p:cNvSpPr txBox="1">
            <a:spLocks noGrp="1"/>
          </p:cNvSpPr>
          <p:nvPr>
            <p:ph type="subTitle" idx="2"/>
          </p:nvPr>
        </p:nvSpPr>
        <p:spPr>
          <a:xfrm>
            <a:off x="4826936" y="1580125"/>
            <a:ext cx="3597000" cy="23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8" name="Google Shape;148;p19"/>
          <p:cNvGrpSpPr/>
          <p:nvPr/>
        </p:nvGrpSpPr>
        <p:grpSpPr>
          <a:xfrm>
            <a:off x="84988" y="78599"/>
            <a:ext cx="8974027" cy="4925051"/>
            <a:chOff x="84988" y="78599"/>
            <a:chExt cx="8974027" cy="4925051"/>
          </a:xfrm>
        </p:grpSpPr>
        <p:pic>
          <p:nvPicPr>
            <p:cNvPr id="149" name="Google Shape;149;p19" title="Sin título-7.png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84988" y="78599"/>
              <a:ext cx="8974027" cy="49250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0" name="Google Shape;150;p19" title="Sin título-2.png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70400" y="196675"/>
              <a:ext cx="8645002" cy="30814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1" name="Google Shape;151;p19"/>
          <p:cNvSpPr txBox="1">
            <a:spLocks noGrp="1"/>
          </p:cNvSpPr>
          <p:nvPr>
            <p:ph type="title" hasCustomPrompt="1"/>
          </p:nvPr>
        </p:nvSpPr>
        <p:spPr>
          <a:xfrm>
            <a:off x="1284000" y="1952850"/>
            <a:ext cx="6576000" cy="7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60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52" name="Google Shape;152;p19"/>
          <p:cNvSpPr txBox="1">
            <a:spLocks noGrp="1"/>
          </p:cNvSpPr>
          <p:nvPr>
            <p:ph type="subTitle" idx="1"/>
          </p:nvPr>
        </p:nvSpPr>
        <p:spPr>
          <a:xfrm>
            <a:off x="1284000" y="2816250"/>
            <a:ext cx="6576000" cy="37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_ONLY_2"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5" name="Google Shape;155;p21"/>
          <p:cNvGrpSpPr/>
          <p:nvPr/>
        </p:nvGrpSpPr>
        <p:grpSpPr>
          <a:xfrm>
            <a:off x="84988" y="78599"/>
            <a:ext cx="8974027" cy="4925051"/>
            <a:chOff x="84988" y="78599"/>
            <a:chExt cx="8974027" cy="4925051"/>
          </a:xfrm>
        </p:grpSpPr>
        <p:pic>
          <p:nvPicPr>
            <p:cNvPr id="156" name="Google Shape;156;p21" title="Sin título-7.png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84988" y="78599"/>
              <a:ext cx="8974027" cy="49250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7" name="Google Shape;157;p21" title="Sin título-2.png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70400" y="196675"/>
              <a:ext cx="8645002" cy="30814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8" name="Google Shape;158;p2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0" name="Google Shape;160;p22"/>
          <p:cNvGrpSpPr/>
          <p:nvPr/>
        </p:nvGrpSpPr>
        <p:grpSpPr>
          <a:xfrm>
            <a:off x="84988" y="78599"/>
            <a:ext cx="8974027" cy="4925051"/>
            <a:chOff x="84988" y="78599"/>
            <a:chExt cx="8974027" cy="4925051"/>
          </a:xfrm>
        </p:grpSpPr>
        <p:pic>
          <p:nvPicPr>
            <p:cNvPr id="161" name="Google Shape;161;p22" title="Sin título-7.png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84988" y="78599"/>
              <a:ext cx="8974027" cy="49250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2" name="Google Shape;162;p22" title="Sin título-2.png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70400" y="196675"/>
              <a:ext cx="8645002" cy="30814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1">
  <p:cSld name="TITLE_1"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66" name="Google Shape;166;p2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67" name="Google Shape;167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 b="0" i="0" u="none" strike="noStrike" cap="non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 b="0" i="0" u="none" strike="noStrike" cap="non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 b="0" i="0" u="none" strike="noStrike" cap="non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 b="0" i="0" u="none" strike="noStrike" cap="non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 b="0" i="0" u="none" strike="noStrike" cap="non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 b="0" i="0" u="none" strike="noStrike" cap="non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 b="0" i="0" u="none" strike="noStrike" cap="non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 b="0" i="0" u="none" strike="noStrike" cap="non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 b="0" i="0" u="none" strike="noStrike" cap="non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Char char="●"/>
              <a:defRPr sz="1400" b="0" i="0" u="none" strike="noStrike" cap="non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Char char="○"/>
              <a:defRPr sz="1400" b="0" i="0" u="none" strike="noStrike" cap="non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Char char="■"/>
              <a:defRPr sz="1400" b="0" i="0" u="none" strike="noStrike" cap="non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Char char="●"/>
              <a:defRPr sz="1400" b="0" i="0" u="none" strike="noStrike" cap="non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Char char="○"/>
              <a:defRPr sz="1400" b="0" i="0" u="none" strike="noStrike" cap="non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Char char="■"/>
              <a:defRPr sz="1400" b="0" i="0" u="none" strike="noStrike" cap="non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Char char="●"/>
              <a:defRPr sz="1400" b="0" i="0" u="none" strike="noStrike" cap="non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Char char="○"/>
              <a:defRPr sz="1400" b="0" i="0" u="none" strike="noStrike" cap="non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Char char="■"/>
              <a:defRPr sz="1400" b="0" i="0" u="none" strike="noStrike" cap="non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5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r" dirty="0"/>
              <a:t>Plant Anomaly Classification Challenge-Fall 2025 </a:t>
            </a:r>
            <a:endParaRPr dirty="0"/>
          </a:p>
        </p:txBody>
      </p:sp>
      <p:sp>
        <p:nvSpPr>
          <p:cNvPr id="173" name="Google Shape;173;p25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EE470 Project Presentation</a:t>
            </a:r>
            <a:endParaRPr/>
          </a:p>
        </p:txBody>
      </p:sp>
      <p:sp>
        <p:nvSpPr>
          <p:cNvPr id="174" name="Google Shape;174;p25"/>
          <p:cNvSpPr txBox="1"/>
          <p:nvPr/>
        </p:nvSpPr>
        <p:spPr>
          <a:xfrm>
            <a:off x="6786902" y="3663675"/>
            <a:ext cx="2357148" cy="769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" sz="1900">
                <a:latin typeface="VT323"/>
                <a:ea typeface="VT323"/>
                <a:cs typeface="VT323"/>
                <a:sym typeface="VT323"/>
              </a:rPr>
              <a:t>Mustafa Gökhan Oyanık</a:t>
            </a:r>
            <a:endParaRPr sz="1900">
              <a:latin typeface="VT323"/>
              <a:ea typeface="VT323"/>
              <a:cs typeface="VT323"/>
              <a:sym typeface="VT323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" sz="1900">
                <a:latin typeface="VT323"/>
                <a:ea typeface="VT323"/>
                <a:cs typeface="VT323"/>
                <a:sym typeface="VT323"/>
              </a:rPr>
              <a:t>Yusuf Erim Bulca</a:t>
            </a:r>
            <a:endParaRPr sz="1900">
              <a:latin typeface="VT323"/>
              <a:ea typeface="VT323"/>
              <a:cs typeface="VT323"/>
              <a:sym typeface="VT323"/>
            </a:endParaRPr>
          </a:p>
        </p:txBody>
      </p:sp>
      <p:cxnSp>
        <p:nvCxnSpPr>
          <p:cNvPr id="175" name="Google Shape;175;p25"/>
          <p:cNvCxnSpPr/>
          <p:nvPr/>
        </p:nvCxnSpPr>
        <p:spPr>
          <a:xfrm>
            <a:off x="1879625" y="2797175"/>
            <a:ext cx="52260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6" name="Google Shape;176;p25"/>
          <p:cNvSpPr/>
          <p:nvPr/>
        </p:nvSpPr>
        <p:spPr>
          <a:xfrm>
            <a:off x="0" y="3732375"/>
            <a:ext cx="1942500" cy="14112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77" name="Google Shape;177;p25"/>
          <p:cNvSpPr/>
          <p:nvPr/>
        </p:nvSpPr>
        <p:spPr>
          <a:xfrm>
            <a:off x="7398925" y="0"/>
            <a:ext cx="1745100" cy="10044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78" name="Google Shape;178;p25"/>
          <p:cNvSpPr/>
          <p:nvPr/>
        </p:nvSpPr>
        <p:spPr>
          <a:xfrm>
            <a:off x="878700" y="4205475"/>
            <a:ext cx="1478400" cy="9381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79" name="Google Shape;179;p25"/>
          <p:cNvSpPr/>
          <p:nvPr/>
        </p:nvSpPr>
        <p:spPr>
          <a:xfrm>
            <a:off x="7928875" y="393600"/>
            <a:ext cx="1215300" cy="769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80" name="Google Shape;180;p25"/>
          <p:cNvSpPr/>
          <p:nvPr/>
        </p:nvSpPr>
        <p:spPr>
          <a:xfrm>
            <a:off x="6928550" y="0"/>
            <a:ext cx="1097700" cy="6279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81" name="Google Shape;181;p25"/>
          <p:cNvSpPr/>
          <p:nvPr/>
        </p:nvSpPr>
        <p:spPr>
          <a:xfrm>
            <a:off x="0" y="3314175"/>
            <a:ext cx="1478400" cy="11190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6"/>
          <p:cNvSpPr txBox="1">
            <a:spLocks noGrp="1"/>
          </p:cNvSpPr>
          <p:nvPr>
            <p:ph type="title" idx="4294967295"/>
          </p:nvPr>
        </p:nvSpPr>
        <p:spPr>
          <a:xfrm>
            <a:off x="363950" y="1957050"/>
            <a:ext cx="3479700" cy="82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1)Imports and Setup</a:t>
            </a:r>
            <a:endParaRPr/>
          </a:p>
        </p:txBody>
      </p:sp>
      <p:pic>
        <p:nvPicPr>
          <p:cNvPr id="187" name="Google Shape;18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02500" y="501825"/>
            <a:ext cx="5016000" cy="4139850"/>
          </a:xfrm>
          <a:prstGeom prst="rect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7"/>
          <p:cNvSpPr txBox="1">
            <a:spLocks noGrp="1"/>
          </p:cNvSpPr>
          <p:nvPr>
            <p:ph type="title" idx="4294967295"/>
          </p:nvPr>
        </p:nvSpPr>
        <p:spPr>
          <a:xfrm>
            <a:off x="425650" y="353125"/>
            <a:ext cx="3479700" cy="82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2)Configuration</a:t>
            </a:r>
            <a:endParaRPr/>
          </a:p>
        </p:txBody>
      </p:sp>
      <p:pic>
        <p:nvPicPr>
          <p:cNvPr id="193" name="Google Shape;193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74675" y="229713"/>
            <a:ext cx="3034725" cy="1068225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94" name="Google Shape;194;p27"/>
          <p:cNvSpPr txBox="1">
            <a:spLocks noGrp="1"/>
          </p:cNvSpPr>
          <p:nvPr>
            <p:ph type="title" idx="4294967295"/>
          </p:nvPr>
        </p:nvSpPr>
        <p:spPr>
          <a:xfrm>
            <a:off x="425650" y="1804525"/>
            <a:ext cx="3756600" cy="82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3)Load Data and Split</a:t>
            </a:r>
            <a:endParaRPr/>
          </a:p>
        </p:txBody>
      </p:sp>
      <p:cxnSp>
        <p:nvCxnSpPr>
          <p:cNvPr id="195" name="Google Shape;195;p27"/>
          <p:cNvCxnSpPr/>
          <p:nvPr/>
        </p:nvCxnSpPr>
        <p:spPr>
          <a:xfrm>
            <a:off x="1959000" y="1489525"/>
            <a:ext cx="52260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96" name="Google Shape;196;p27"/>
          <p:cNvPicPr preferRelativeResize="0"/>
          <p:nvPr/>
        </p:nvPicPr>
        <p:blipFill rotWithShape="1">
          <a:blip r:embed="rId4">
            <a:alphaModFix/>
          </a:blip>
          <a:srcRect b="49150"/>
          <a:stretch/>
        </p:blipFill>
        <p:spPr>
          <a:xfrm>
            <a:off x="496976" y="2554652"/>
            <a:ext cx="3756601" cy="1877248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97" name="Google Shape;197;p27"/>
          <p:cNvPicPr preferRelativeResize="0"/>
          <p:nvPr/>
        </p:nvPicPr>
        <p:blipFill rotWithShape="1">
          <a:blip r:embed="rId4">
            <a:alphaModFix/>
          </a:blip>
          <a:srcRect t="55709" r="1361"/>
          <a:stretch/>
        </p:blipFill>
        <p:spPr>
          <a:xfrm>
            <a:off x="4357463" y="1804525"/>
            <a:ext cx="4092497" cy="1805975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98" name="Google Shape;198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35100" y="3402037"/>
            <a:ext cx="3393108" cy="1311688"/>
          </a:xfrm>
          <a:prstGeom prst="rect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3325" y="1293275"/>
            <a:ext cx="6217350" cy="2556950"/>
          </a:xfrm>
          <a:prstGeom prst="rect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04" name="Google Shape;204;p28"/>
          <p:cNvSpPr txBox="1">
            <a:spLocks noGrp="1"/>
          </p:cNvSpPr>
          <p:nvPr>
            <p:ph type="title" idx="4294967295"/>
          </p:nvPr>
        </p:nvSpPr>
        <p:spPr>
          <a:xfrm>
            <a:off x="355100" y="400150"/>
            <a:ext cx="3479700" cy="82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4)Data Augmentation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9"/>
          <p:cNvSpPr txBox="1">
            <a:spLocks noGrp="1"/>
          </p:cNvSpPr>
          <p:nvPr>
            <p:ph type="title" idx="4294967295"/>
          </p:nvPr>
        </p:nvSpPr>
        <p:spPr>
          <a:xfrm>
            <a:off x="402150" y="400125"/>
            <a:ext cx="3479700" cy="82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5)The Model</a:t>
            </a:r>
            <a:endParaRPr/>
          </a:p>
        </p:txBody>
      </p:sp>
      <p:pic>
        <p:nvPicPr>
          <p:cNvPr id="210" name="Google Shape;210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76263" y="1221513"/>
            <a:ext cx="5991450" cy="1146800"/>
          </a:xfrm>
          <a:prstGeom prst="rect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11" name="Google Shape;211;p29"/>
          <p:cNvPicPr preferRelativeResize="0"/>
          <p:nvPr/>
        </p:nvPicPr>
        <p:blipFill rotWithShape="1">
          <a:blip r:embed="rId4">
            <a:alphaModFix/>
          </a:blip>
          <a:srcRect b="50973"/>
          <a:stretch/>
        </p:blipFill>
        <p:spPr>
          <a:xfrm>
            <a:off x="1576275" y="2570262"/>
            <a:ext cx="5991450" cy="1714206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5388" y="3166424"/>
            <a:ext cx="7053219" cy="1132176"/>
          </a:xfrm>
          <a:prstGeom prst="rect">
            <a:avLst/>
          </a:prstGeom>
          <a:noFill/>
          <a:ln w="220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17" name="Google Shape;217;p30"/>
          <p:cNvPicPr preferRelativeResize="0"/>
          <p:nvPr/>
        </p:nvPicPr>
        <p:blipFill rotWithShape="1">
          <a:blip r:embed="rId4">
            <a:alphaModFix/>
          </a:blip>
          <a:srcRect t="55389"/>
          <a:stretch/>
        </p:blipFill>
        <p:spPr>
          <a:xfrm>
            <a:off x="1045388" y="844900"/>
            <a:ext cx="7053226" cy="1836197"/>
          </a:xfrm>
          <a:prstGeom prst="rect">
            <a:avLst/>
          </a:prstGeom>
          <a:noFill/>
          <a:ln w="33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Google Shape;222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3525" y="179713"/>
            <a:ext cx="4677124" cy="4784076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31"/>
          <p:cNvSpPr/>
          <p:nvPr/>
        </p:nvSpPr>
        <p:spPr>
          <a:xfrm>
            <a:off x="357475" y="463325"/>
            <a:ext cx="4632900" cy="30435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  <p:cxnSp>
        <p:nvCxnSpPr>
          <p:cNvPr id="224" name="Google Shape;224;p31"/>
          <p:cNvCxnSpPr>
            <a:stCxn id="223" idx="3"/>
            <a:endCxn id="225" idx="1"/>
          </p:cNvCxnSpPr>
          <p:nvPr/>
        </p:nvCxnSpPr>
        <p:spPr>
          <a:xfrm rot="10800000" flipH="1">
            <a:off x="4990375" y="1600475"/>
            <a:ext cx="541200" cy="3846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26" name="Google Shape;226;p31"/>
          <p:cNvSpPr/>
          <p:nvPr/>
        </p:nvSpPr>
        <p:spPr>
          <a:xfrm>
            <a:off x="357475" y="4631975"/>
            <a:ext cx="1505100" cy="117600"/>
          </a:xfrm>
          <a:prstGeom prst="rect">
            <a:avLst/>
          </a:prstGeom>
          <a:noFill/>
          <a:ln w="9525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27" name="Google Shape;227;p31"/>
          <p:cNvSpPr/>
          <p:nvPr/>
        </p:nvSpPr>
        <p:spPr>
          <a:xfrm>
            <a:off x="357475" y="3523025"/>
            <a:ext cx="4632900" cy="899100"/>
          </a:xfrm>
          <a:prstGeom prst="rect">
            <a:avLst/>
          </a:prstGeom>
          <a:noFill/>
          <a:ln w="28575" cap="flat" cmpd="sng">
            <a:solidFill>
              <a:srgbClr val="00F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  <p:cxnSp>
        <p:nvCxnSpPr>
          <p:cNvPr id="228" name="Google Shape;228;p31"/>
          <p:cNvCxnSpPr>
            <a:stCxn id="227" idx="3"/>
            <a:endCxn id="229" idx="1"/>
          </p:cNvCxnSpPr>
          <p:nvPr/>
        </p:nvCxnSpPr>
        <p:spPr>
          <a:xfrm rot="10800000" flipH="1">
            <a:off x="4990375" y="3385775"/>
            <a:ext cx="541200" cy="586800"/>
          </a:xfrm>
          <a:prstGeom prst="straightConnector1">
            <a:avLst/>
          </a:prstGeom>
          <a:noFill/>
          <a:ln w="9525" cap="flat" cmpd="sng">
            <a:solidFill>
              <a:srgbClr val="00FF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29" name="Google Shape;229;p31"/>
          <p:cNvSpPr txBox="1">
            <a:spLocks noGrp="1"/>
          </p:cNvSpPr>
          <p:nvPr>
            <p:ph type="title" idx="4294967295"/>
          </p:nvPr>
        </p:nvSpPr>
        <p:spPr>
          <a:xfrm>
            <a:off x="5531575" y="2836300"/>
            <a:ext cx="3033300" cy="1099200"/>
          </a:xfrm>
          <a:prstGeom prst="rect">
            <a:avLst/>
          </a:prstGeom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Custom Classifier Layers</a:t>
            </a:r>
            <a:endParaRPr/>
          </a:p>
        </p:txBody>
      </p:sp>
      <p:sp>
        <p:nvSpPr>
          <p:cNvPr id="225" name="Google Shape;225;p31"/>
          <p:cNvSpPr txBox="1">
            <a:spLocks noGrp="1"/>
          </p:cNvSpPr>
          <p:nvPr>
            <p:ph type="title" idx="4294967295"/>
          </p:nvPr>
        </p:nvSpPr>
        <p:spPr>
          <a:xfrm>
            <a:off x="5531550" y="1050875"/>
            <a:ext cx="3033300" cy="1099200"/>
          </a:xfrm>
          <a:prstGeom prst="rect">
            <a:avLst/>
          </a:prstGeom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Pre-Trained Feature Extractor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31"/>
          <p:cNvSpPr txBox="1"/>
          <p:nvPr/>
        </p:nvSpPr>
        <p:spPr>
          <a:xfrm>
            <a:off x="6928500" y="4508500"/>
            <a:ext cx="2215500" cy="477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" sz="1900">
                <a:latin typeface="VT323"/>
                <a:ea typeface="VT323"/>
                <a:cs typeface="VT323"/>
                <a:sym typeface="VT323"/>
              </a:rPr>
              <a:t>Transfer Learning</a:t>
            </a:r>
            <a:endParaRPr sz="1900">
              <a:latin typeface="VT323"/>
              <a:ea typeface="VT323"/>
              <a:cs typeface="VT323"/>
              <a:sym typeface="VT323"/>
            </a:endParaRPr>
          </a:p>
        </p:txBody>
      </p:sp>
      <p:cxnSp>
        <p:nvCxnSpPr>
          <p:cNvPr id="231" name="Google Shape;231;p31"/>
          <p:cNvCxnSpPr>
            <a:stCxn id="226" idx="0"/>
          </p:cNvCxnSpPr>
          <p:nvPr/>
        </p:nvCxnSpPr>
        <p:spPr>
          <a:xfrm rot="10800000">
            <a:off x="1077625" y="4361975"/>
            <a:ext cx="32400" cy="270000"/>
          </a:xfrm>
          <a:prstGeom prst="straightConnector1">
            <a:avLst/>
          </a:prstGeom>
          <a:noFill/>
          <a:ln w="9525" cap="flat" cmpd="sng">
            <a:solidFill>
              <a:srgbClr val="FF9900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2"/>
          <p:cNvSpPr txBox="1">
            <a:spLocks noGrp="1"/>
          </p:cNvSpPr>
          <p:nvPr>
            <p:ph type="title" idx="4294967295"/>
          </p:nvPr>
        </p:nvSpPr>
        <p:spPr>
          <a:xfrm>
            <a:off x="358025" y="320750"/>
            <a:ext cx="3479700" cy="82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6)Training The Model</a:t>
            </a:r>
            <a:endParaRPr/>
          </a:p>
        </p:txBody>
      </p:sp>
      <p:pic>
        <p:nvPicPr>
          <p:cNvPr id="237" name="Google Shape;237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3325" y="1142150"/>
            <a:ext cx="5210619" cy="1429600"/>
          </a:xfrm>
          <a:prstGeom prst="rect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38" name="Google Shape;238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54725" y="2389050"/>
            <a:ext cx="5834555" cy="1429600"/>
          </a:xfrm>
          <a:prstGeom prst="rect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39" name="Google Shape;239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37725" y="3642600"/>
            <a:ext cx="4553223" cy="1429600"/>
          </a:xfrm>
          <a:prstGeom prst="rect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" name="Google Shape;244;p33"/>
          <p:cNvPicPr preferRelativeResize="0"/>
          <p:nvPr/>
        </p:nvPicPr>
        <p:blipFill rotWithShape="1">
          <a:blip r:embed="rId3">
            <a:alphaModFix/>
          </a:blip>
          <a:srcRect t="90641"/>
          <a:stretch/>
        </p:blipFill>
        <p:spPr>
          <a:xfrm>
            <a:off x="445112" y="744350"/>
            <a:ext cx="8253750" cy="310575"/>
          </a:xfrm>
          <a:prstGeom prst="rect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45" name="Google Shape;245;p33"/>
          <p:cNvSpPr/>
          <p:nvPr/>
        </p:nvSpPr>
        <p:spPr>
          <a:xfrm>
            <a:off x="5946063" y="850325"/>
            <a:ext cx="1402200" cy="2046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  <p:cxnSp>
        <p:nvCxnSpPr>
          <p:cNvPr id="246" name="Google Shape;246;p33"/>
          <p:cNvCxnSpPr>
            <a:endCxn id="247" idx="2"/>
          </p:cNvCxnSpPr>
          <p:nvPr/>
        </p:nvCxnSpPr>
        <p:spPr>
          <a:xfrm rot="10800000" flipH="1">
            <a:off x="6190425" y="576775"/>
            <a:ext cx="249000" cy="2622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47" name="Google Shape;247;p33"/>
          <p:cNvSpPr txBox="1">
            <a:spLocks noGrp="1"/>
          </p:cNvSpPr>
          <p:nvPr>
            <p:ph type="title" idx="4294967295"/>
          </p:nvPr>
        </p:nvSpPr>
        <p:spPr>
          <a:xfrm>
            <a:off x="5592225" y="250375"/>
            <a:ext cx="1694400" cy="32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" sz="1500"/>
              <a:t>Validation Accuracy</a:t>
            </a:r>
            <a:endParaRPr sz="1500"/>
          </a:p>
        </p:txBody>
      </p:sp>
      <p:grpSp>
        <p:nvGrpSpPr>
          <p:cNvPr id="248" name="Google Shape;248;p33"/>
          <p:cNvGrpSpPr/>
          <p:nvPr/>
        </p:nvGrpSpPr>
        <p:grpSpPr>
          <a:xfrm>
            <a:off x="618250" y="2705625"/>
            <a:ext cx="2357100" cy="1829400"/>
            <a:chOff x="547700" y="3014300"/>
            <a:chExt cx="2357100" cy="1829400"/>
          </a:xfrm>
        </p:grpSpPr>
        <p:sp>
          <p:nvSpPr>
            <p:cNvPr id="249" name="Google Shape;249;p33"/>
            <p:cNvSpPr/>
            <p:nvPr/>
          </p:nvSpPr>
          <p:spPr>
            <a:xfrm>
              <a:off x="547700" y="3432500"/>
              <a:ext cx="1942500" cy="14112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250" name="Google Shape;250;p33"/>
            <p:cNvSpPr/>
            <p:nvPr/>
          </p:nvSpPr>
          <p:spPr>
            <a:xfrm>
              <a:off x="1426400" y="3905600"/>
              <a:ext cx="1478400" cy="9381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251" name="Google Shape;251;p33"/>
            <p:cNvSpPr/>
            <p:nvPr/>
          </p:nvSpPr>
          <p:spPr>
            <a:xfrm>
              <a:off x="547700" y="3014300"/>
              <a:ext cx="1478400" cy="11190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</p:grpSp>
      <p:sp>
        <p:nvSpPr>
          <p:cNvPr id="252" name="Google Shape;252;p33"/>
          <p:cNvSpPr/>
          <p:nvPr/>
        </p:nvSpPr>
        <p:spPr>
          <a:xfrm>
            <a:off x="547700" y="744350"/>
            <a:ext cx="558000" cy="1377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  <p:grpSp>
        <p:nvGrpSpPr>
          <p:cNvPr id="253" name="Google Shape;253;p33"/>
          <p:cNvGrpSpPr/>
          <p:nvPr/>
        </p:nvGrpSpPr>
        <p:grpSpPr>
          <a:xfrm rot="10800000">
            <a:off x="6190414" y="1385206"/>
            <a:ext cx="2357100" cy="1829400"/>
            <a:chOff x="547700" y="3014300"/>
            <a:chExt cx="2357100" cy="1829400"/>
          </a:xfrm>
        </p:grpSpPr>
        <p:sp>
          <p:nvSpPr>
            <p:cNvPr id="254" name="Google Shape;254;p33"/>
            <p:cNvSpPr/>
            <p:nvPr/>
          </p:nvSpPr>
          <p:spPr>
            <a:xfrm>
              <a:off x="547700" y="3432500"/>
              <a:ext cx="1942500" cy="14112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255" name="Google Shape;255;p33"/>
            <p:cNvSpPr/>
            <p:nvPr/>
          </p:nvSpPr>
          <p:spPr>
            <a:xfrm>
              <a:off x="1426400" y="3905600"/>
              <a:ext cx="1478400" cy="9381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256" name="Google Shape;256;p33"/>
            <p:cNvSpPr/>
            <p:nvPr/>
          </p:nvSpPr>
          <p:spPr>
            <a:xfrm>
              <a:off x="547700" y="3014300"/>
              <a:ext cx="1478400" cy="11190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</p:grpSp>
      <p:pic>
        <p:nvPicPr>
          <p:cNvPr id="257" name="Google Shape;257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0975" y="1505375"/>
            <a:ext cx="7562026" cy="2856775"/>
          </a:xfrm>
          <a:prstGeom prst="rect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2" name="Google Shape;262;p34" title="Model accuracy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53750" y="604587"/>
            <a:ext cx="5552075" cy="3934325"/>
          </a:xfrm>
          <a:prstGeom prst="rect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grpSp>
        <p:nvGrpSpPr>
          <p:cNvPr id="263" name="Google Shape;263;p34"/>
          <p:cNvGrpSpPr/>
          <p:nvPr/>
        </p:nvGrpSpPr>
        <p:grpSpPr>
          <a:xfrm>
            <a:off x="393275" y="969688"/>
            <a:ext cx="3031025" cy="511613"/>
            <a:chOff x="3056475" y="458013"/>
            <a:chExt cx="3031025" cy="511613"/>
          </a:xfrm>
        </p:grpSpPr>
        <p:pic>
          <p:nvPicPr>
            <p:cNvPr id="264" name="Google Shape;264;p34"/>
            <p:cNvPicPr preferRelativeResize="0"/>
            <p:nvPr/>
          </p:nvPicPr>
          <p:blipFill rotWithShape="1">
            <a:blip r:embed="rId4">
              <a:alphaModFix/>
            </a:blip>
            <a:srcRect r="43345"/>
            <a:stretch/>
          </p:blipFill>
          <p:spPr>
            <a:xfrm>
              <a:off x="3056475" y="458013"/>
              <a:ext cx="3031025" cy="511575"/>
            </a:xfrm>
            <a:prstGeom prst="rect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</p:pic>
        <p:sp>
          <p:nvSpPr>
            <p:cNvPr id="265" name="Google Shape;265;p34"/>
            <p:cNvSpPr/>
            <p:nvPr/>
          </p:nvSpPr>
          <p:spPr>
            <a:xfrm>
              <a:off x="3095625" y="790225"/>
              <a:ext cx="1569900" cy="179400"/>
            </a:xfrm>
            <a:prstGeom prst="rect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</p:grpSp>
      <p:sp>
        <p:nvSpPr>
          <p:cNvPr id="266" name="Google Shape;266;p34"/>
          <p:cNvSpPr txBox="1">
            <a:spLocks noGrp="1"/>
          </p:cNvSpPr>
          <p:nvPr>
            <p:ph type="title" idx="4294967295"/>
          </p:nvPr>
        </p:nvSpPr>
        <p:spPr>
          <a:xfrm>
            <a:off x="393275" y="303100"/>
            <a:ext cx="1723500" cy="66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7)Result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y Presentation Template">
  <a:themeElements>
    <a:clrScheme name="Simple Light">
      <a:dk1>
        <a:srgbClr val="191919"/>
      </a:dk1>
      <a:lt1>
        <a:srgbClr val="EFEFEF"/>
      </a:lt1>
      <a:dk2>
        <a:srgbClr val="707070"/>
      </a:dk2>
      <a:lt2>
        <a:srgbClr val="C1C1B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</Words>
  <Application>Microsoft Office PowerPoint</Application>
  <PresentationFormat>On-screen Show (16:9)</PresentationFormat>
  <Paragraphs>15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Roboto Mono</vt:lpstr>
      <vt:lpstr>Darker Grotesque SemiBold</vt:lpstr>
      <vt:lpstr>VT323</vt:lpstr>
      <vt:lpstr>Raleway</vt:lpstr>
      <vt:lpstr>Arial</vt:lpstr>
      <vt:lpstr>My Presentation Template</vt:lpstr>
      <vt:lpstr>Plant Anomaly Classification Challenge-Fall 2025 </vt:lpstr>
      <vt:lpstr>1)Imports and Setup</vt:lpstr>
      <vt:lpstr>2)Configuration</vt:lpstr>
      <vt:lpstr>4)Data Augmentation</vt:lpstr>
      <vt:lpstr>5)The Model</vt:lpstr>
      <vt:lpstr>PowerPoint Presentation</vt:lpstr>
      <vt:lpstr>Custom Classifier Layers</vt:lpstr>
      <vt:lpstr>6)Training The Model</vt:lpstr>
      <vt:lpstr>Validation Accuracy</vt:lpstr>
      <vt:lpstr>7)Result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Gökhan Oyanık</cp:lastModifiedBy>
  <cp:revision>1</cp:revision>
  <dcterms:modified xsi:type="dcterms:W3CDTF">2025-12-15T10:37:07Z</dcterms:modified>
</cp:coreProperties>
</file>